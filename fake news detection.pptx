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  <p:sldId id="257" r:id="rId3"/>
    <p:sldId id="258" r:id="rId4"/>
    <p:sldId id="268" r:id="rId5"/>
    <p:sldId id="269" r:id="rId6"/>
    <p:sldId id="270" r:id="rId7"/>
    <p:sldId id="271" r:id="rId8"/>
    <p:sldId id="274" r:id="rId9"/>
    <p:sldId id="275" r:id="rId10"/>
    <p:sldId id="278" r:id="rId11"/>
    <p:sldId id="276" r:id="rId12"/>
    <p:sldId id="277" r:id="rId13"/>
    <p:sldId id="272" r:id="rId14"/>
  </p:sldIdLst>
  <p:sldSz cx="18288000" cy="10287000"/>
  <p:notesSz cx="6858000" cy="9144000"/>
  <p:embeddedFontLst>
    <p:embeddedFont>
      <p:font typeface="Montserrat Bold" panose="020B0604020202020204" charset="0"/>
      <p:regular r:id="rId15"/>
    </p:embeddedFont>
    <p:embeddedFont>
      <p:font typeface="Work Sans" pitchFamily="2" charset="0"/>
      <p:regular r:id="rId16"/>
    </p:embeddedFont>
    <p:embeddedFont>
      <p:font typeface="Work Sans Bold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64F1E-7B0B-4880-B087-FF324F8FE767}" v="70" dt="2026-03-05T17:59:42.816"/>
    <p1510:client id="{4C1CB306-DECF-4A5F-9EEE-8BFD2E4E6C27}" v="35" dt="2026-03-06T02:56:10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IZHARASI P" userId="2896dda50cfb22e5" providerId="LiveId" clId="{6221F273-DBA8-464F-9955-EE6FFAD2AD25}"/>
    <pc:docChg chg="undo redo custSel addSld delSld modSld">
      <pc:chgData name="THAMIZHARASI P" userId="2896dda50cfb22e5" providerId="LiveId" clId="{6221F273-DBA8-464F-9955-EE6FFAD2AD25}" dt="2026-03-06T02:56:10.437" v="267" actId="1076"/>
      <pc:docMkLst>
        <pc:docMk/>
      </pc:docMkLst>
      <pc:sldChg chg="del">
        <pc:chgData name="THAMIZHARASI P" userId="2896dda50cfb22e5" providerId="LiveId" clId="{6221F273-DBA8-464F-9955-EE6FFAD2AD25}" dt="2026-03-06T00:53:08.175" v="160" actId="47"/>
        <pc:sldMkLst>
          <pc:docMk/>
          <pc:sldMk cId="0" sldId="256"/>
        </pc:sldMkLst>
      </pc:sldChg>
      <pc:sldChg chg="addSp delSp modSp mod">
        <pc:chgData name="THAMIZHARASI P" userId="2896dda50cfb22e5" providerId="LiveId" clId="{6221F273-DBA8-464F-9955-EE6FFAD2AD25}" dt="2026-03-06T01:33:34.991" v="178" actId="14100"/>
        <pc:sldMkLst>
          <pc:docMk/>
          <pc:sldMk cId="0" sldId="257"/>
        </pc:sldMkLst>
        <pc:spChg chg="mod">
          <ac:chgData name="THAMIZHARASI P" userId="2896dda50cfb22e5" providerId="LiveId" clId="{6221F273-DBA8-464F-9955-EE6FFAD2AD25}" dt="2026-03-06T01:33:26.377" v="177" actId="20577"/>
          <ac:spMkLst>
            <pc:docMk/>
            <pc:sldMk cId="0" sldId="257"/>
            <ac:spMk id="28" creationId="{00000000-0000-0000-0000-000000000000}"/>
          </ac:spMkLst>
        </pc:spChg>
        <pc:grpChg chg="del">
          <ac:chgData name="THAMIZHARASI P" userId="2896dda50cfb22e5" providerId="LiveId" clId="{6221F273-DBA8-464F-9955-EE6FFAD2AD25}" dt="2026-03-06T01:33:04.617" v="164" actId="478"/>
          <ac:grpSpMkLst>
            <pc:docMk/>
            <pc:sldMk cId="0" sldId="257"/>
            <ac:grpSpMk id="42" creationId="{62AE3CAD-C0AE-D72C-E56B-B039B9CFCD78}"/>
          </ac:grpSpMkLst>
        </pc:grpChg>
        <pc:picChg chg="add mod">
          <ac:chgData name="THAMIZHARASI P" userId="2896dda50cfb22e5" providerId="LiveId" clId="{6221F273-DBA8-464F-9955-EE6FFAD2AD25}" dt="2026-03-06T01:33:34.991" v="178" actId="14100"/>
          <ac:picMkLst>
            <pc:docMk/>
            <pc:sldMk cId="0" sldId="257"/>
            <ac:picMk id="2" creationId="{3EEA21B6-47A4-D88B-9AC3-BC8178716E71}"/>
          </ac:picMkLst>
        </pc:picChg>
      </pc:sldChg>
      <pc:sldChg chg="modSp mod">
        <pc:chgData name="THAMIZHARASI P" userId="2896dda50cfb22e5" providerId="LiveId" clId="{6221F273-DBA8-464F-9955-EE6FFAD2AD25}" dt="2026-03-05T18:02:15.953" v="0" actId="1076"/>
        <pc:sldMkLst>
          <pc:docMk/>
          <pc:sldMk cId="0" sldId="258"/>
        </pc:sldMkLst>
        <pc:spChg chg="mod">
          <ac:chgData name="THAMIZHARASI P" userId="2896dda50cfb22e5" providerId="LiveId" clId="{6221F273-DBA8-464F-9955-EE6FFAD2AD25}" dt="2026-03-05T18:02:15.953" v="0" actId="1076"/>
          <ac:spMkLst>
            <pc:docMk/>
            <pc:sldMk cId="0" sldId="258"/>
            <ac:spMk id="39" creationId="{9F421BF6-7204-0526-F9B5-E62C47D7B8E5}"/>
          </ac:spMkLst>
        </pc:spChg>
      </pc:sldChg>
      <pc:sldChg chg="del">
        <pc:chgData name="THAMIZHARASI P" userId="2896dda50cfb22e5" providerId="LiveId" clId="{6221F273-DBA8-464F-9955-EE6FFAD2AD25}" dt="2026-03-06T00:52:34.210" v="153" actId="47"/>
        <pc:sldMkLst>
          <pc:docMk/>
          <pc:sldMk cId="0" sldId="259"/>
        </pc:sldMkLst>
      </pc:sldChg>
      <pc:sldChg chg="del">
        <pc:chgData name="THAMIZHARASI P" userId="2896dda50cfb22e5" providerId="LiveId" clId="{6221F273-DBA8-464F-9955-EE6FFAD2AD25}" dt="2026-03-06T00:53:07.214" v="159" actId="47"/>
        <pc:sldMkLst>
          <pc:docMk/>
          <pc:sldMk cId="0" sldId="260"/>
        </pc:sldMkLst>
      </pc:sldChg>
      <pc:sldChg chg="del">
        <pc:chgData name="THAMIZHARASI P" userId="2896dda50cfb22e5" providerId="LiveId" clId="{6221F273-DBA8-464F-9955-EE6FFAD2AD25}" dt="2026-03-06T00:53:03.666" v="158" actId="47"/>
        <pc:sldMkLst>
          <pc:docMk/>
          <pc:sldMk cId="0" sldId="261"/>
        </pc:sldMkLst>
      </pc:sldChg>
      <pc:sldChg chg="del">
        <pc:chgData name="THAMIZHARASI P" userId="2896dda50cfb22e5" providerId="LiveId" clId="{6221F273-DBA8-464F-9955-EE6FFAD2AD25}" dt="2026-03-06T00:53:00.893" v="157" actId="47"/>
        <pc:sldMkLst>
          <pc:docMk/>
          <pc:sldMk cId="0" sldId="262"/>
        </pc:sldMkLst>
      </pc:sldChg>
      <pc:sldChg chg="del">
        <pc:chgData name="THAMIZHARASI P" userId="2896dda50cfb22e5" providerId="LiveId" clId="{6221F273-DBA8-464F-9955-EE6FFAD2AD25}" dt="2026-03-06T00:53:00.103" v="156" actId="47"/>
        <pc:sldMkLst>
          <pc:docMk/>
          <pc:sldMk cId="0" sldId="263"/>
        </pc:sldMkLst>
      </pc:sldChg>
      <pc:sldChg chg="del">
        <pc:chgData name="THAMIZHARASI P" userId="2896dda50cfb22e5" providerId="LiveId" clId="{6221F273-DBA8-464F-9955-EE6FFAD2AD25}" dt="2026-03-06T00:52:58.823" v="155" actId="47"/>
        <pc:sldMkLst>
          <pc:docMk/>
          <pc:sldMk cId="0" sldId="264"/>
        </pc:sldMkLst>
      </pc:sldChg>
      <pc:sldChg chg="del">
        <pc:chgData name="THAMIZHARASI P" userId="2896dda50cfb22e5" providerId="LiveId" clId="{6221F273-DBA8-464F-9955-EE6FFAD2AD25}" dt="2026-03-06T00:52:57.032" v="154" actId="47"/>
        <pc:sldMkLst>
          <pc:docMk/>
          <pc:sldMk cId="0" sldId="265"/>
        </pc:sldMkLst>
      </pc:sldChg>
      <pc:sldChg chg="modSp mod">
        <pc:chgData name="THAMIZHARASI P" userId="2896dda50cfb22e5" providerId="LiveId" clId="{6221F273-DBA8-464F-9955-EE6FFAD2AD25}" dt="2026-03-06T00:37:07.554" v="36" actId="1076"/>
        <pc:sldMkLst>
          <pc:docMk/>
          <pc:sldMk cId="509053223" sldId="268"/>
        </pc:sldMkLst>
        <pc:spChg chg="mod">
          <ac:chgData name="THAMIZHARASI P" userId="2896dda50cfb22e5" providerId="LiveId" clId="{6221F273-DBA8-464F-9955-EE6FFAD2AD25}" dt="2026-03-06T00:37:07.554" v="36" actId="1076"/>
          <ac:spMkLst>
            <pc:docMk/>
            <pc:sldMk cId="509053223" sldId="268"/>
            <ac:spMk id="39" creationId="{8DB32953-E6CF-5478-52EF-7746D811128A}"/>
          </ac:spMkLst>
        </pc:spChg>
      </pc:sldChg>
      <pc:sldChg chg="modSp mod">
        <pc:chgData name="THAMIZHARASI P" userId="2896dda50cfb22e5" providerId="LiveId" clId="{6221F273-DBA8-464F-9955-EE6FFAD2AD25}" dt="2026-03-06T02:56:10.437" v="267" actId="1076"/>
        <pc:sldMkLst>
          <pc:docMk/>
          <pc:sldMk cId="3773712586" sldId="269"/>
        </pc:sldMkLst>
        <pc:spChg chg="mod">
          <ac:chgData name="THAMIZHARASI P" userId="2896dda50cfb22e5" providerId="LiveId" clId="{6221F273-DBA8-464F-9955-EE6FFAD2AD25}" dt="2026-03-06T00:36:33.347" v="34" actId="1076"/>
          <ac:spMkLst>
            <pc:docMk/>
            <pc:sldMk cId="3773712586" sldId="269"/>
            <ac:spMk id="39" creationId="{4AC4C14A-C5A2-349B-FD2A-3FB8E8C992BF}"/>
          </ac:spMkLst>
        </pc:spChg>
        <pc:spChg chg="mod">
          <ac:chgData name="THAMIZHARASI P" userId="2896dda50cfb22e5" providerId="LiveId" clId="{6221F273-DBA8-464F-9955-EE6FFAD2AD25}" dt="2026-03-06T02:56:10.437" v="267" actId="1076"/>
          <ac:spMkLst>
            <pc:docMk/>
            <pc:sldMk cId="3773712586" sldId="269"/>
            <ac:spMk id="41" creationId="{38521647-9E57-2F79-496D-D9FEAFD48E47}"/>
          </ac:spMkLst>
        </pc:spChg>
        <pc:grpChg chg="mod">
          <ac:chgData name="THAMIZHARASI P" userId="2896dda50cfb22e5" providerId="LiveId" clId="{6221F273-DBA8-464F-9955-EE6FFAD2AD25}" dt="2026-03-06T02:55:52.043" v="263" actId="1076"/>
          <ac:grpSpMkLst>
            <pc:docMk/>
            <pc:sldMk cId="3773712586" sldId="269"/>
            <ac:grpSpMk id="12" creationId="{BC1D9246-02DB-A9BA-0601-1D87DE69AAEC}"/>
          </ac:grpSpMkLst>
        </pc:grpChg>
      </pc:sldChg>
      <pc:sldChg chg="addSp delSp modSp mod">
        <pc:chgData name="THAMIZHARASI P" userId="2896dda50cfb22e5" providerId="LiveId" clId="{6221F273-DBA8-464F-9955-EE6FFAD2AD25}" dt="2026-03-06T00:37:32.778" v="38" actId="1076"/>
        <pc:sldMkLst>
          <pc:docMk/>
          <pc:sldMk cId="1808192200" sldId="270"/>
        </pc:sldMkLst>
        <pc:spChg chg="add mod">
          <ac:chgData name="THAMIZHARASI P" userId="2896dda50cfb22e5" providerId="LiveId" clId="{6221F273-DBA8-464F-9955-EE6FFAD2AD25}" dt="2026-03-06T00:34:45.224" v="16" actId="1076"/>
          <ac:spMkLst>
            <pc:docMk/>
            <pc:sldMk cId="1808192200" sldId="270"/>
            <ac:spMk id="2" creationId="{E3056FE4-87A7-A271-B89C-AF7A10AA394D}"/>
          </ac:spMkLst>
        </pc:spChg>
        <pc:spChg chg="mod">
          <ac:chgData name="THAMIZHARASI P" userId="2896dda50cfb22e5" providerId="LiveId" clId="{6221F273-DBA8-464F-9955-EE6FFAD2AD25}" dt="2026-03-06T00:37:32.778" v="38" actId="1076"/>
          <ac:spMkLst>
            <pc:docMk/>
            <pc:sldMk cId="1808192200" sldId="270"/>
            <ac:spMk id="39" creationId="{424E1DC8-4619-1335-CFD8-A51178BB0C8B}"/>
          </ac:spMkLst>
        </pc:spChg>
        <pc:spChg chg="del mod">
          <ac:chgData name="THAMIZHARASI P" userId="2896dda50cfb22e5" providerId="LiveId" clId="{6221F273-DBA8-464F-9955-EE6FFAD2AD25}" dt="2026-03-06T00:34:32.402" v="14"/>
          <ac:spMkLst>
            <pc:docMk/>
            <pc:sldMk cId="1808192200" sldId="270"/>
            <ac:spMk id="41" creationId="{7620A68A-A35B-CD77-D6F7-B6BEF0F833E1}"/>
          </ac:spMkLst>
        </pc:spChg>
      </pc:sldChg>
      <pc:sldChg chg="addSp delSp modSp mod">
        <pc:chgData name="THAMIZHARASI P" userId="2896dda50cfb22e5" providerId="LiveId" clId="{6221F273-DBA8-464F-9955-EE6FFAD2AD25}" dt="2026-03-06T00:37:11.945" v="37" actId="1076"/>
        <pc:sldMkLst>
          <pc:docMk/>
          <pc:sldMk cId="1994745551" sldId="271"/>
        </pc:sldMkLst>
        <pc:spChg chg="add mod">
          <ac:chgData name="THAMIZHARASI P" userId="2896dda50cfb22e5" providerId="LiveId" clId="{6221F273-DBA8-464F-9955-EE6FFAD2AD25}" dt="2026-03-06T00:36:16.728" v="31" actId="113"/>
          <ac:spMkLst>
            <pc:docMk/>
            <pc:sldMk cId="1994745551" sldId="271"/>
            <ac:spMk id="2" creationId="{DC333568-1D22-AF4C-2B57-B256D406E566}"/>
          </ac:spMkLst>
        </pc:spChg>
        <pc:spChg chg="del mod">
          <ac:chgData name="THAMIZHARASI P" userId="2896dda50cfb22e5" providerId="LiveId" clId="{6221F273-DBA8-464F-9955-EE6FFAD2AD25}" dt="2026-03-06T00:35:19.654" v="20"/>
          <ac:spMkLst>
            <pc:docMk/>
            <pc:sldMk cId="1994745551" sldId="271"/>
            <ac:spMk id="3" creationId="{55C0C0FB-535D-B213-414F-15E6DF4EE219}"/>
          </ac:spMkLst>
        </pc:spChg>
        <pc:spChg chg="mod">
          <ac:chgData name="THAMIZHARASI P" userId="2896dda50cfb22e5" providerId="LiveId" clId="{6221F273-DBA8-464F-9955-EE6FFAD2AD25}" dt="2026-03-06T00:37:11.945" v="37" actId="1076"/>
          <ac:spMkLst>
            <pc:docMk/>
            <pc:sldMk cId="1994745551" sldId="271"/>
            <ac:spMk id="39" creationId="{A980B240-BE16-28D5-2001-E7E1A43D0406}"/>
          </ac:spMkLst>
        </pc:spChg>
      </pc:sldChg>
      <pc:sldChg chg="addSp delSp modSp mod">
        <pc:chgData name="THAMIZHARASI P" userId="2896dda50cfb22e5" providerId="LiveId" clId="{6221F273-DBA8-464F-9955-EE6FFAD2AD25}" dt="2026-03-06T02:35:52.875" v="250" actId="20577"/>
        <pc:sldMkLst>
          <pc:docMk/>
          <pc:sldMk cId="1523373287" sldId="272"/>
        </pc:sldMkLst>
        <pc:spChg chg="mod">
          <ac:chgData name="THAMIZHARASI P" userId="2896dda50cfb22e5" providerId="LiveId" clId="{6221F273-DBA8-464F-9955-EE6FFAD2AD25}" dt="2026-03-06T02:35:52.875" v="250" actId="20577"/>
          <ac:spMkLst>
            <pc:docMk/>
            <pc:sldMk cId="1523373287" sldId="272"/>
            <ac:spMk id="36" creationId="{AA3C54CE-F8A2-36D0-27A2-C39EC2B3744F}"/>
          </ac:spMkLst>
        </pc:spChg>
        <pc:spChg chg="del mod">
          <ac:chgData name="THAMIZHARASI P" userId="2896dda50cfb22e5" providerId="LiveId" clId="{6221F273-DBA8-464F-9955-EE6FFAD2AD25}" dt="2026-03-06T00:48:46.856" v="143"/>
          <ac:spMkLst>
            <pc:docMk/>
            <pc:sldMk cId="1523373287" sldId="272"/>
            <ac:spMk id="38" creationId="{93D3B6AC-644C-CCC9-D4F5-61E96444C098}"/>
          </ac:spMkLst>
        </pc:spChg>
        <pc:spChg chg="mod">
          <ac:chgData name="THAMIZHARASI P" userId="2896dda50cfb22e5" providerId="LiveId" clId="{6221F273-DBA8-464F-9955-EE6FFAD2AD25}" dt="2026-03-06T01:56:20.207" v="179" actId="1076"/>
          <ac:spMkLst>
            <pc:docMk/>
            <pc:sldMk cId="1523373287" sldId="272"/>
            <ac:spMk id="39" creationId="{E8F7FB86-6917-990D-09F8-B2170E223D4E}"/>
          </ac:spMkLst>
        </pc:spChg>
        <pc:spChg chg="del mod">
          <ac:chgData name="THAMIZHARASI P" userId="2896dda50cfb22e5" providerId="LiveId" clId="{6221F273-DBA8-464F-9955-EE6FFAD2AD25}" dt="2026-03-06T00:48:46.858" v="145"/>
          <ac:spMkLst>
            <pc:docMk/>
            <pc:sldMk cId="1523373287" sldId="272"/>
            <ac:spMk id="41" creationId="{D99C65A9-A6A6-1515-DA9B-B3FFF7A1A16D}"/>
          </ac:spMkLst>
        </pc:spChg>
        <pc:picChg chg="add mod">
          <ac:chgData name="THAMIZHARASI P" userId="2896dda50cfb22e5" providerId="LiveId" clId="{6221F273-DBA8-464F-9955-EE6FFAD2AD25}" dt="2026-03-06T00:50:16.547" v="151" actId="1076"/>
          <ac:picMkLst>
            <pc:docMk/>
            <pc:sldMk cId="1523373287" sldId="272"/>
            <ac:picMk id="3" creationId="{1C7DD018-3CF1-7957-0882-85A84A8854DB}"/>
          </ac:picMkLst>
        </pc:picChg>
      </pc:sldChg>
      <pc:sldChg chg="del">
        <pc:chgData name="THAMIZHARASI P" userId="2896dda50cfb22e5" providerId="LiveId" clId="{6221F273-DBA8-464F-9955-EE6FFAD2AD25}" dt="2026-03-06T00:52:32.216" v="152" actId="47"/>
        <pc:sldMkLst>
          <pc:docMk/>
          <pc:sldMk cId="1460263463" sldId="273"/>
        </pc:sldMkLst>
      </pc:sldChg>
      <pc:sldChg chg="addSp delSp modSp add mod">
        <pc:chgData name="THAMIZHARASI P" userId="2896dda50cfb22e5" providerId="LiveId" clId="{6221F273-DBA8-464F-9955-EE6FFAD2AD25}" dt="2026-03-06T00:40:53.293" v="58" actId="1076"/>
        <pc:sldMkLst>
          <pc:docMk/>
          <pc:sldMk cId="444872108" sldId="274"/>
        </pc:sldMkLst>
        <pc:spChg chg="del mod">
          <ac:chgData name="THAMIZHARASI P" userId="2896dda50cfb22e5" providerId="LiveId" clId="{6221F273-DBA8-464F-9955-EE6FFAD2AD25}" dt="2026-03-06T00:40:01.793" v="50"/>
          <ac:spMkLst>
            <pc:docMk/>
            <pc:sldMk cId="444872108" sldId="274"/>
            <ac:spMk id="2" creationId="{35ACADFA-572A-7893-0A14-DC2BE2ABC89F}"/>
          </ac:spMkLst>
        </pc:spChg>
        <pc:spChg chg="mod">
          <ac:chgData name="THAMIZHARASI P" userId="2896dda50cfb22e5" providerId="LiveId" clId="{6221F273-DBA8-464F-9955-EE6FFAD2AD25}" dt="2026-03-06T00:38:01.959" v="42" actId="20577"/>
          <ac:spMkLst>
            <pc:docMk/>
            <pc:sldMk cId="444872108" sldId="274"/>
            <ac:spMk id="36" creationId="{49A6650E-0D18-5FF2-2E07-95B32630636A}"/>
          </ac:spMkLst>
        </pc:spChg>
        <pc:spChg chg="del mod">
          <ac:chgData name="THAMIZHARASI P" userId="2896dda50cfb22e5" providerId="LiveId" clId="{6221F273-DBA8-464F-9955-EE6FFAD2AD25}" dt="2026-03-06T00:40:01.792" v="48"/>
          <ac:spMkLst>
            <pc:docMk/>
            <pc:sldMk cId="444872108" sldId="274"/>
            <ac:spMk id="38" creationId="{C6323A23-CA4D-F67B-55E8-1F674E38BBEF}"/>
          </ac:spMkLst>
        </pc:spChg>
        <pc:picChg chg="add del mod">
          <ac:chgData name="THAMIZHARASI P" userId="2896dda50cfb22e5" providerId="LiveId" clId="{6221F273-DBA8-464F-9955-EE6FFAD2AD25}" dt="2026-03-06T00:40:01.790" v="46" actId="478"/>
          <ac:picMkLst>
            <pc:docMk/>
            <pc:sldMk cId="444872108" sldId="274"/>
            <ac:picMk id="4" creationId="{64643833-9BEF-6832-21CB-B79EBFA9343B}"/>
          </ac:picMkLst>
        </pc:picChg>
        <pc:picChg chg="add mod">
          <ac:chgData name="THAMIZHARASI P" userId="2896dda50cfb22e5" providerId="LiveId" clId="{6221F273-DBA8-464F-9955-EE6FFAD2AD25}" dt="2026-03-06T00:40:53.293" v="58" actId="1076"/>
          <ac:picMkLst>
            <pc:docMk/>
            <pc:sldMk cId="444872108" sldId="274"/>
            <ac:picMk id="6" creationId="{FB10FFF4-9CFB-E9C7-6BB9-99C3619660D8}"/>
          </ac:picMkLst>
        </pc:picChg>
      </pc:sldChg>
      <pc:sldChg chg="addSp delSp modSp add mod">
        <pc:chgData name="THAMIZHARASI P" userId="2896dda50cfb22e5" providerId="LiveId" clId="{6221F273-DBA8-464F-9955-EE6FFAD2AD25}" dt="2026-03-06T02:34:11.411" v="222" actId="20577"/>
        <pc:sldMkLst>
          <pc:docMk/>
          <pc:sldMk cId="3687729504" sldId="275"/>
        </pc:sldMkLst>
        <pc:spChg chg="del mod">
          <ac:chgData name="THAMIZHARASI P" userId="2896dda50cfb22e5" providerId="LiveId" clId="{6221F273-DBA8-464F-9955-EE6FFAD2AD25}" dt="2026-03-06T00:43:04.796" v="92"/>
          <ac:spMkLst>
            <pc:docMk/>
            <pc:sldMk cId="3687729504" sldId="275"/>
            <ac:spMk id="2" creationId="{11735898-8472-05F7-8D43-DE632B9DB34A}"/>
          </ac:spMkLst>
        </pc:spChg>
        <pc:spChg chg="add del mod">
          <ac:chgData name="THAMIZHARASI P" userId="2896dda50cfb22e5" providerId="LiveId" clId="{6221F273-DBA8-464F-9955-EE6FFAD2AD25}" dt="2026-03-06T02:30:43.838" v="182"/>
          <ac:spMkLst>
            <pc:docMk/>
            <pc:sldMk cId="3687729504" sldId="275"/>
            <ac:spMk id="3" creationId="{C428D3DE-93D0-CB9D-0773-9E6081943E55}"/>
          </ac:spMkLst>
        </pc:spChg>
        <pc:spChg chg="mod">
          <ac:chgData name="THAMIZHARASI P" userId="2896dda50cfb22e5" providerId="LiveId" clId="{6221F273-DBA8-464F-9955-EE6FFAD2AD25}" dt="2026-03-06T02:33:44.144" v="202" actId="1076"/>
          <ac:spMkLst>
            <pc:docMk/>
            <pc:sldMk cId="3687729504" sldId="275"/>
            <ac:spMk id="36" creationId="{F1D41DCD-923A-8E46-9BDD-7927B9052AC1}"/>
          </ac:spMkLst>
        </pc:spChg>
        <pc:spChg chg="mod">
          <ac:chgData name="THAMIZHARASI P" userId="2896dda50cfb22e5" providerId="LiveId" clId="{6221F273-DBA8-464F-9955-EE6FFAD2AD25}" dt="2026-03-06T02:34:11.411" v="222" actId="20577"/>
          <ac:spMkLst>
            <pc:docMk/>
            <pc:sldMk cId="3687729504" sldId="275"/>
            <ac:spMk id="38" creationId="{8AB48E0B-6198-4644-6497-9CF36A567079}"/>
          </ac:spMkLst>
        </pc:spChg>
        <pc:grpChg chg="mod">
          <ac:chgData name="THAMIZHARASI P" userId="2896dda50cfb22e5" providerId="LiveId" clId="{6221F273-DBA8-464F-9955-EE6FFAD2AD25}" dt="2026-03-06T02:32:59.155" v="192" actId="14100"/>
          <ac:grpSpMkLst>
            <pc:docMk/>
            <pc:sldMk cId="3687729504" sldId="275"/>
            <ac:grpSpMk id="12" creationId="{1AA371CA-B109-334C-078D-122262DD74CE}"/>
          </ac:grpSpMkLst>
        </pc:grpChg>
        <pc:picChg chg="add del mod">
          <ac:chgData name="THAMIZHARASI P" userId="2896dda50cfb22e5" providerId="LiveId" clId="{6221F273-DBA8-464F-9955-EE6FFAD2AD25}" dt="2026-03-06T02:31:20.456" v="186" actId="478"/>
          <ac:picMkLst>
            <pc:docMk/>
            <pc:sldMk cId="3687729504" sldId="275"/>
            <ac:picMk id="4" creationId="{58D648AC-2E9D-F983-590C-7AF51D0A5691}"/>
          </ac:picMkLst>
        </pc:picChg>
        <pc:picChg chg="add mod">
          <ac:chgData name="THAMIZHARASI P" userId="2896dda50cfb22e5" providerId="LiveId" clId="{6221F273-DBA8-464F-9955-EE6FFAD2AD25}" dt="2026-03-06T02:33:36.244" v="201" actId="14100"/>
          <ac:picMkLst>
            <pc:docMk/>
            <pc:sldMk cId="3687729504" sldId="275"/>
            <ac:picMk id="6" creationId="{5F8AAA48-918E-BA89-E508-6F7B66116E6D}"/>
          </ac:picMkLst>
        </pc:picChg>
      </pc:sldChg>
      <pc:sldChg chg="modSp add mod">
        <pc:chgData name="THAMIZHARASI P" userId="2896dda50cfb22e5" providerId="LiveId" clId="{6221F273-DBA8-464F-9955-EE6FFAD2AD25}" dt="2026-03-06T02:35:35.989" v="246" actId="20577"/>
        <pc:sldMkLst>
          <pc:docMk/>
          <pc:sldMk cId="3245391744" sldId="276"/>
        </pc:sldMkLst>
        <pc:spChg chg="mod">
          <ac:chgData name="THAMIZHARASI P" userId="2896dda50cfb22e5" providerId="LiveId" clId="{6221F273-DBA8-464F-9955-EE6FFAD2AD25}" dt="2026-03-06T00:45:54.033" v="114" actId="255"/>
          <ac:spMkLst>
            <pc:docMk/>
            <pc:sldMk cId="3245391744" sldId="276"/>
            <ac:spMk id="2" creationId="{F9CEC8E3-CE45-C7D3-DCE7-2B15AC4852BF}"/>
          </ac:spMkLst>
        </pc:spChg>
        <pc:spChg chg="mod">
          <ac:chgData name="THAMIZHARASI P" userId="2896dda50cfb22e5" providerId="LiveId" clId="{6221F273-DBA8-464F-9955-EE6FFAD2AD25}" dt="2026-03-06T02:35:35.989" v="246" actId="20577"/>
          <ac:spMkLst>
            <pc:docMk/>
            <pc:sldMk cId="3245391744" sldId="276"/>
            <ac:spMk id="36" creationId="{79F753AB-C17D-0B39-C96D-895F2B070999}"/>
          </ac:spMkLst>
        </pc:spChg>
        <pc:spChg chg="mod">
          <ac:chgData name="THAMIZHARASI P" userId="2896dda50cfb22e5" providerId="LiveId" clId="{6221F273-DBA8-464F-9955-EE6FFAD2AD25}" dt="2026-03-06T00:44:53.482" v="105" actId="113"/>
          <ac:spMkLst>
            <pc:docMk/>
            <pc:sldMk cId="3245391744" sldId="276"/>
            <ac:spMk id="38" creationId="{75B354A2-9308-5802-4C85-1E6EC7FEFD7E}"/>
          </ac:spMkLst>
        </pc:spChg>
      </pc:sldChg>
      <pc:sldChg chg="modSp add mod">
        <pc:chgData name="THAMIZHARASI P" userId="2896dda50cfb22e5" providerId="LiveId" clId="{6221F273-DBA8-464F-9955-EE6FFAD2AD25}" dt="2026-03-06T02:35:44.343" v="248" actId="20577"/>
        <pc:sldMkLst>
          <pc:docMk/>
          <pc:sldMk cId="1342704996" sldId="277"/>
        </pc:sldMkLst>
        <pc:spChg chg="mod">
          <ac:chgData name="THAMIZHARASI P" userId="2896dda50cfb22e5" providerId="LiveId" clId="{6221F273-DBA8-464F-9955-EE6FFAD2AD25}" dt="2026-03-06T00:48:23.323" v="134" actId="1076"/>
          <ac:spMkLst>
            <pc:docMk/>
            <pc:sldMk cId="1342704996" sldId="277"/>
            <ac:spMk id="2" creationId="{39F4B52C-27D1-8D29-2E3E-3C17FC9208E6}"/>
          </ac:spMkLst>
        </pc:spChg>
        <pc:spChg chg="mod">
          <ac:chgData name="THAMIZHARASI P" userId="2896dda50cfb22e5" providerId="LiveId" clId="{6221F273-DBA8-464F-9955-EE6FFAD2AD25}" dt="2026-03-06T02:35:44.343" v="248" actId="20577"/>
          <ac:spMkLst>
            <pc:docMk/>
            <pc:sldMk cId="1342704996" sldId="277"/>
            <ac:spMk id="36" creationId="{83E3D32B-27FA-E805-4E19-CADF7105030D}"/>
          </ac:spMkLst>
        </pc:spChg>
        <pc:spChg chg="mod">
          <ac:chgData name="THAMIZHARASI P" userId="2896dda50cfb22e5" providerId="LiveId" clId="{6221F273-DBA8-464F-9955-EE6FFAD2AD25}" dt="2026-03-06T00:46:45.588" v="121" actId="113"/>
          <ac:spMkLst>
            <pc:docMk/>
            <pc:sldMk cId="1342704996" sldId="277"/>
            <ac:spMk id="38" creationId="{3DDD4057-713D-9025-A29B-6A847C11F9A4}"/>
          </ac:spMkLst>
        </pc:spChg>
      </pc:sldChg>
      <pc:sldChg chg="addSp delSp modSp add mod">
        <pc:chgData name="THAMIZHARASI P" userId="2896dda50cfb22e5" providerId="LiveId" clId="{6221F273-DBA8-464F-9955-EE6FFAD2AD25}" dt="2026-03-06T02:35:29.417" v="244" actId="14100"/>
        <pc:sldMkLst>
          <pc:docMk/>
          <pc:sldMk cId="995855099" sldId="278"/>
        </pc:sldMkLst>
        <pc:spChg chg="mod">
          <ac:chgData name="THAMIZHARASI P" userId="2896dda50cfb22e5" providerId="LiveId" clId="{6221F273-DBA8-464F-9955-EE6FFAD2AD25}" dt="2026-03-06T02:34:30.344" v="225" actId="20577"/>
          <ac:spMkLst>
            <pc:docMk/>
            <pc:sldMk cId="995855099" sldId="278"/>
            <ac:spMk id="36" creationId="{563FD68D-BB47-EFA4-895F-A1E4B7DE4AFF}"/>
          </ac:spMkLst>
        </pc:spChg>
        <pc:spChg chg="mod">
          <ac:chgData name="THAMIZHARASI P" userId="2896dda50cfb22e5" providerId="LiveId" clId="{6221F273-DBA8-464F-9955-EE6FFAD2AD25}" dt="2026-03-06T02:35:18.522" v="243" actId="20577"/>
          <ac:spMkLst>
            <pc:docMk/>
            <pc:sldMk cId="995855099" sldId="278"/>
            <ac:spMk id="38" creationId="{33F9EFF8-4484-D11D-8B34-389F7501A8ED}"/>
          </ac:spMkLst>
        </pc:spChg>
        <pc:picChg chg="add mod">
          <ac:chgData name="THAMIZHARASI P" userId="2896dda50cfb22e5" providerId="LiveId" clId="{6221F273-DBA8-464F-9955-EE6FFAD2AD25}" dt="2026-03-06T02:35:29.417" v="244" actId="14100"/>
          <ac:picMkLst>
            <pc:docMk/>
            <pc:sldMk cId="995855099" sldId="278"/>
            <ac:picMk id="3" creationId="{058751E6-DA1B-28FB-C8A7-B7CBFF61D880}"/>
          </ac:picMkLst>
        </pc:picChg>
        <pc:picChg chg="del">
          <ac:chgData name="THAMIZHARASI P" userId="2896dda50cfb22e5" providerId="LiveId" clId="{6221F273-DBA8-464F-9955-EE6FFAD2AD25}" dt="2026-03-06T02:34:33.906" v="226" actId="478"/>
          <ac:picMkLst>
            <pc:docMk/>
            <pc:sldMk cId="995855099" sldId="278"/>
            <ac:picMk id="6" creationId="{A7F21AAD-3200-49B3-ABEB-F20D6E5F65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a/agenda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fewithkathy.com/ten-ways-to-say-thank-yo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DBA0-9CC0-2596-8692-9DF04761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261E23-B23D-B5BB-B629-95E21B3F0BCC}"/>
              </a:ext>
            </a:extLst>
          </p:cNvPr>
          <p:cNvSpPr/>
          <p:nvPr/>
        </p:nvSpPr>
        <p:spPr>
          <a:xfrm flipH="1">
            <a:off x="-147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pPr>
              <a:lnSpc>
                <a:spcPts val="4200"/>
              </a:lnSpc>
              <a:spcBef>
                <a:spcPct val="0"/>
              </a:spcBef>
            </a:pPr>
            <a:endParaRPr lang="en-US" sz="6000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08B180-D692-3C83-4AA9-5D45B0758A51}"/>
              </a:ext>
            </a:extLst>
          </p:cNvPr>
          <p:cNvGrpSpPr/>
          <p:nvPr/>
        </p:nvGrpSpPr>
        <p:grpSpPr>
          <a:xfrm>
            <a:off x="3298077" y="1828800"/>
            <a:ext cx="5845923" cy="47625"/>
            <a:chOff x="0" y="0"/>
            <a:chExt cx="1539667" cy="125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7493DC-AD0A-0CED-BAF2-4A0F2366DD36}"/>
                </a:ext>
              </a:extLst>
            </p:cNvPr>
            <p:cNvSpPr/>
            <p:nvPr/>
          </p:nvSpPr>
          <p:spPr>
            <a:xfrm>
              <a:off x="0" y="0"/>
              <a:ext cx="1539667" cy="12543"/>
            </a:xfrm>
            <a:custGeom>
              <a:avLst/>
              <a:gdLst/>
              <a:ahLst/>
              <a:cxnLst/>
              <a:rect l="l" t="t" r="r" b="b"/>
              <a:pathLst>
                <a:path w="1539667" h="12543">
                  <a:moveTo>
                    <a:pt x="0" y="0"/>
                  </a:moveTo>
                  <a:lnTo>
                    <a:pt x="1539667" y="0"/>
                  </a:lnTo>
                  <a:lnTo>
                    <a:pt x="153966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4D7FA1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4DE0EE-5586-33A5-26AB-E6E59D32765A}"/>
                </a:ext>
              </a:extLst>
            </p:cNvPr>
            <p:cNvSpPr txBox="1"/>
            <p:nvPr/>
          </p:nvSpPr>
          <p:spPr>
            <a:xfrm>
              <a:off x="0" y="-38100"/>
              <a:ext cx="1539667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BC70115-FC44-55DE-B9D8-8EAC13799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" y="0"/>
            <a:ext cx="18288000" cy="1028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B6F5DC-5CB3-781E-E474-304F91B1433C}"/>
              </a:ext>
            </a:extLst>
          </p:cNvPr>
          <p:cNvSpPr txBox="1"/>
          <p:nvPr/>
        </p:nvSpPr>
        <p:spPr>
          <a:xfrm>
            <a:off x="457200" y="8215023"/>
            <a:ext cx="36576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900" b="1" dirty="0">
                <a:solidFill>
                  <a:srgbClr val="FFC000"/>
                </a:solidFill>
              </a:rPr>
              <a:t>Mentor: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ADB56-D5F6-4EB2-5859-F28D375E69C3}"/>
              </a:ext>
            </a:extLst>
          </p:cNvPr>
          <p:cNvSpPr txBox="1"/>
          <p:nvPr/>
        </p:nvSpPr>
        <p:spPr>
          <a:xfrm>
            <a:off x="1641664" y="9112716"/>
            <a:ext cx="75023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MATHESHWARAN P 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29044-0829-9E5C-77E5-3D139C8E9A99}"/>
              </a:ext>
            </a:extLst>
          </p:cNvPr>
          <p:cNvSpPr txBox="1"/>
          <p:nvPr/>
        </p:nvSpPr>
        <p:spPr>
          <a:xfrm>
            <a:off x="11125200" y="8215023"/>
            <a:ext cx="806245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900" b="1" dirty="0">
                <a:solidFill>
                  <a:srgbClr val="FFC000"/>
                </a:solidFill>
              </a:rPr>
              <a:t>Presented by: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FD907B-884A-088D-3162-F14AFE1D43AA}"/>
              </a:ext>
            </a:extLst>
          </p:cNvPr>
          <p:cNvSpPr txBox="1"/>
          <p:nvPr/>
        </p:nvSpPr>
        <p:spPr>
          <a:xfrm>
            <a:off x="12268200" y="8779291"/>
            <a:ext cx="9158748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ts val="9348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THAMIZHARASI P</a:t>
            </a:r>
          </a:p>
        </p:txBody>
      </p:sp>
    </p:spTree>
    <p:extLst>
      <p:ext uri="{BB962C8B-B14F-4D97-AF65-F5344CB8AC3E}">
        <p14:creationId xmlns:p14="http://schemas.microsoft.com/office/powerpoint/2010/main" val="87926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 txBox="1"/>
          <p:nvPr/>
        </p:nvSpPr>
        <p:spPr>
          <a:xfrm>
            <a:off x="5943600" y="800100"/>
            <a:ext cx="4204634" cy="52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C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AGENDA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0A0EE5-2535-D463-E725-4EFAD8119FC6}"/>
              </a:ext>
            </a:extLst>
          </p:cNvPr>
          <p:cNvSpPr txBox="1"/>
          <p:nvPr/>
        </p:nvSpPr>
        <p:spPr>
          <a:xfrm>
            <a:off x="3581400" y="2100262"/>
            <a:ext cx="9144000" cy="738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500" dirty="0">
                <a:solidFill>
                  <a:schemeClr val="bg1"/>
                </a:solidFill>
              </a:rPr>
              <a:t>Introduction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Problem Statement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Objective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Methodology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Technologies Used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System Workflow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Results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Advantages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solidFill>
                  <a:schemeClr val="bg1"/>
                </a:solidFill>
              </a:rPr>
              <a:t>Conclusion</a:t>
            </a:r>
            <a:endParaRPr lang="en-IN" sz="4500" dirty="0">
              <a:solidFill>
                <a:schemeClr val="bg1"/>
              </a:solidFill>
            </a:endParaRPr>
          </a:p>
          <a:p>
            <a:endParaRPr lang="en-IN" sz="4500" dirty="0">
              <a:solidFill>
                <a:schemeClr val="bg1"/>
              </a:solidFill>
            </a:endParaRPr>
          </a:p>
        </p:txBody>
      </p:sp>
      <p:grpSp>
        <p:nvGrpSpPr>
          <p:cNvPr id="39" name="Group 2">
            <a:extLst>
              <a:ext uri="{FF2B5EF4-FFF2-40B4-BE49-F238E27FC236}">
                <a16:creationId xmlns:a16="http://schemas.microsoft.com/office/drawing/2014/main" id="{B92AB100-17AE-01AD-3A42-A57C17254DD8}"/>
              </a:ext>
            </a:extLst>
          </p:cNvPr>
          <p:cNvGrpSpPr/>
          <p:nvPr/>
        </p:nvGrpSpPr>
        <p:grpSpPr>
          <a:xfrm>
            <a:off x="13399124" y="0"/>
            <a:ext cx="4888876" cy="10287000"/>
            <a:chOff x="0" y="0"/>
            <a:chExt cx="1287605" cy="2709333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D1D416B0-0773-C5B0-DD1A-5A9E717F4A63}"/>
                </a:ext>
              </a:extLst>
            </p:cNvPr>
            <p:cNvSpPr/>
            <p:nvPr/>
          </p:nvSpPr>
          <p:spPr>
            <a:xfrm>
              <a:off x="0" y="0"/>
              <a:ext cx="1287605" cy="2709333"/>
            </a:xfrm>
            <a:custGeom>
              <a:avLst/>
              <a:gdLst/>
              <a:ahLst/>
              <a:cxnLst/>
              <a:rect l="l" t="t" r="r" b="b"/>
              <a:pathLst>
                <a:path w="1287605" h="2709333">
                  <a:moveTo>
                    <a:pt x="0" y="0"/>
                  </a:moveTo>
                  <a:lnTo>
                    <a:pt x="1287605" y="0"/>
                  </a:lnTo>
                  <a:lnTo>
                    <a:pt x="1287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7FA1"/>
            </a:solidFill>
          </p:spPr>
        </p:sp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F63FEED8-8920-5285-91E2-73D049899B7F}"/>
                </a:ext>
              </a:extLst>
            </p:cNvPr>
            <p:cNvSpPr txBox="1"/>
            <p:nvPr/>
          </p:nvSpPr>
          <p:spPr>
            <a:xfrm>
              <a:off x="0" y="-47625"/>
              <a:ext cx="128760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EF22C72-5ADA-B152-22F7-64C8701BE2BD}"/>
              </a:ext>
            </a:extLst>
          </p:cNvPr>
          <p:cNvSpPr txBox="1"/>
          <p:nvPr/>
        </p:nvSpPr>
        <p:spPr>
          <a:xfrm>
            <a:off x="609600" y="9486900"/>
            <a:ext cx="17830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02</a:t>
            </a:r>
          </a:p>
        </p:txBody>
      </p:sp>
      <p:pic>
        <p:nvPicPr>
          <p:cNvPr id="2" name="Picture 1" descr="A chalkboard with a word on it next to a pair of books&#10;&#10;AI-generated content may be incorrect.">
            <a:extLst>
              <a:ext uri="{FF2B5EF4-FFF2-40B4-BE49-F238E27FC236}">
                <a16:creationId xmlns:a16="http://schemas.microsoft.com/office/drawing/2014/main" id="{3EEA21B6-47A4-D88B-9AC3-BC8178716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643788" y="2100262"/>
            <a:ext cx="4399548" cy="6508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9F421BF6-7204-0526-F9B5-E62C47D7B8E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591E0D-0C8B-2DAE-6AC4-B06BA0F4BB4D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B9FE19-A0F0-08FB-7E8B-376D67138B3D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INTRODUCTION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175190C-5E17-C33F-BFA5-BC3A1A8A0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12202"/>
            <a:ext cx="11582400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Fake news and misinformation spread rapidly on the      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35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internet and social media.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can mislead people and create confusion in society.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technology helps identify and filter fake news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36CE-E9DB-0422-A8BC-0B5FBF97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8DB32953-E6CF-5478-52EF-7746D811128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72985E5-EBA5-B153-7449-30A4354D650A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D919CA4-890B-3600-6CB5-4E6F8F3335B5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C106C35-2F5D-EF6C-F530-442C500F5BD0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C91A91F-BCBA-3494-6107-5FAB3CAC0A74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819B2F-D477-1874-A9D4-B996B29821EF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0C0F98-95F1-8FD9-F101-A8D7EF9ED2F6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156E7811-DC06-884B-08E4-267A11EFE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193983"/>
            <a:ext cx="11811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Large amount of news is shared online every day.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It is difficult for people to verify whether the news is real or fake.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A system is needed to automatically detect fake news using AI.</a:t>
            </a:r>
          </a:p>
        </p:txBody>
      </p:sp>
    </p:spTree>
    <p:extLst>
      <p:ext uri="{BB962C8B-B14F-4D97-AF65-F5344CB8AC3E}">
        <p14:creationId xmlns:p14="http://schemas.microsoft.com/office/powerpoint/2010/main" val="50905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62AE-39FF-BF1D-E5AC-FFCD8183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4AC4C14A-C5A2-349B-FD2A-3FB8E8C992BF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C1D9246-02DB-A9BA-0601-1D87DE69AAEC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56F55B7-EB68-7B2E-B66E-8AD16DFD6F0A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E49FAA8-212C-A31B-565F-18209B0A83C5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6A28098-F9F9-EA0F-4AD5-F714569AD84C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02F4DC-DF0A-E533-7350-54F8CDBF8B4D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7A5700-0044-78CF-1875-B4B2CCF29B9C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OBJECTIVE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38521647-9E57-2F79-496D-D9FEAFD48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240243"/>
            <a:ext cx="11582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chemeClr val="bg1"/>
                </a:solidFill>
              </a:rPr>
              <a:t>Detect fake news using AI and Machine Learning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44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chemeClr val="bg1"/>
                </a:solidFill>
              </a:rPr>
              <a:t>Analyze text patterns in news articles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44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chemeClr val="bg1"/>
                </a:solidFill>
              </a:rPr>
              <a:t>Classify news as </a:t>
            </a:r>
            <a:r>
              <a:rPr lang="en-US" sz="4400" b="1" dirty="0">
                <a:solidFill>
                  <a:schemeClr val="bg1"/>
                </a:solidFill>
              </a:rPr>
              <a:t>Real or Fake</a:t>
            </a:r>
            <a:endParaRPr kumimoji="0" lang="en-US" altLang="en-US" sz="44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71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3AC2-E10E-86E3-64FA-2EE983FE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424E1DC8-4619-1335-CFD8-A51178BB0C8B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482272C-8902-FE78-BCED-556B25B07A76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94285DA-1230-3DD1-EF1D-25767C51583F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81A3305-4C5E-CD7F-AA57-2EC108D786AF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C88961E-767C-9FBF-71AC-497A8F266710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47BECF-94A1-8939-1CF3-C3F8BB9A19C3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6D3553-C86E-DAB8-3F42-7E679759D474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056FE4-87A7-A271-B89C-AF7A10AA3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3565" y="2937617"/>
            <a:ext cx="807144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Collect news datasets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Preprocess text data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Convert text into numerical vectors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 machine learning models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 whether news is real or fake</a:t>
            </a:r>
          </a:p>
        </p:txBody>
      </p:sp>
    </p:spTree>
    <p:extLst>
      <p:ext uri="{BB962C8B-B14F-4D97-AF65-F5344CB8AC3E}">
        <p14:creationId xmlns:p14="http://schemas.microsoft.com/office/powerpoint/2010/main" val="180819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452B-7FBF-AB5E-83D4-2ED6D698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A980B240-BE16-28D5-2001-E7E1A43D040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4A3D3BA-4114-D980-F2F9-E4E783ED455D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C2A09FE-DFCB-021F-5E9B-423811A97FEA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DDD9587-710F-5743-B9B6-2B058B85E504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F2B5068D-8844-F9F1-AB3B-36F6B171696A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11865F-7834-1CC2-8F95-2DD331BCBA80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F38451-E072-026C-F38A-3B4CA53D3281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TECHNOLOGIES USED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333568-1D22-AF4C-2B57-B256D406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193983"/>
            <a:ext cx="817403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199474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F18C-F4E0-AD28-4D0A-D5B3B925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A5F9F0BE-99B0-7ED7-6EA9-BC40A0BB5A8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91C3E62-5C45-A19F-AD43-8957038A6C28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849965D-EA49-8D2D-6792-73121AFF1F1E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9C5BFA7-BC46-77B7-57EE-FDA7FC20D610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11850DFC-D39C-06A5-90F3-0690AEA42C82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A6650E-0D18-5FF2-2E07-95B32630636A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0FFF4-9CFB-E9C7-6BB9-99C361966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338949"/>
            <a:ext cx="12877800" cy="677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7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3D27-1229-C6F7-7F42-F021B657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8B4C3ED5-230A-65BB-43F3-2A79C3E41161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AA371CA-B109-334C-078D-122262DD74CE}"/>
              </a:ext>
            </a:extLst>
          </p:cNvPr>
          <p:cNvGrpSpPr/>
          <p:nvPr/>
        </p:nvGrpSpPr>
        <p:grpSpPr>
          <a:xfrm>
            <a:off x="381000" y="1028700"/>
            <a:ext cx="17678400" cy="82296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EB7ED50-29C9-5E35-0B87-3443CD0DFDA8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A532D50-0C18-BE3B-A002-D8440B89C7E4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0248F48E-D0D4-D337-125C-73480658B344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D41DCD-923A-8E46-9BDD-7927B9052AC1}"/>
              </a:ext>
            </a:extLst>
          </p:cNvPr>
          <p:cNvSpPr txBox="1"/>
          <p:nvPr/>
        </p:nvSpPr>
        <p:spPr>
          <a:xfrm>
            <a:off x="722671" y="962733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09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B48E0B-6198-4644-6497-9CF36A567079}"/>
              </a:ext>
            </a:extLst>
          </p:cNvPr>
          <p:cNvSpPr txBox="1"/>
          <p:nvPr/>
        </p:nvSpPr>
        <p:spPr>
          <a:xfrm>
            <a:off x="734961" y="39322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RESULTS  -  likely real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AAA48-918E-BA89-E508-6F7B66116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28700"/>
            <a:ext cx="17678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29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6959-8C3B-CA09-BF6C-EC5F321D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9CD128C9-FDE8-1586-7235-CED06295DE54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758C39B-712F-1A1B-D1AA-E55A69BF1516}"/>
              </a:ext>
            </a:extLst>
          </p:cNvPr>
          <p:cNvGrpSpPr/>
          <p:nvPr/>
        </p:nvGrpSpPr>
        <p:grpSpPr>
          <a:xfrm>
            <a:off x="381000" y="1028700"/>
            <a:ext cx="17678400" cy="82296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503D374-6BEF-3E34-AFC6-D29CEA3E0209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E220AE2-E41A-09A4-95B7-2E7F86E43DE5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BE5F857-49DF-D540-4E9B-AF70D73C0112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3FD68D-BB47-EFA4-895F-A1E4B7DE4AFF}"/>
              </a:ext>
            </a:extLst>
          </p:cNvPr>
          <p:cNvSpPr txBox="1"/>
          <p:nvPr/>
        </p:nvSpPr>
        <p:spPr>
          <a:xfrm>
            <a:off x="722671" y="962733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F9EFF8-4484-D11D-8B34-389F7501A8ED}"/>
              </a:ext>
            </a:extLst>
          </p:cNvPr>
          <p:cNvSpPr txBox="1"/>
          <p:nvPr/>
        </p:nvSpPr>
        <p:spPr>
          <a:xfrm>
            <a:off x="734961" y="39322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RESULTS  -  likely fake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751E6-DA1B-28FB-C8A7-B7CBFF61D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1028701"/>
            <a:ext cx="17675942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C1E8-9CCA-3DC7-DE99-42839AAE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A86054E0-4B0C-988A-A36D-1B1EA14A72C7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1B1FBDD-1FD8-EC17-D58C-2899D5E13153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338B77E-6A1C-3FFA-8860-E956830A80D7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FAC20C4-6A8F-E5FA-89E4-58507800D52F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BA3A105-19AC-4683-6935-38540D9D2D12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F753AB-C17D-0B39-C96D-895F2B070999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11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B354A2-9308-5802-4C85-1E6EC7FEFD7E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ADVANTAGES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CEC8E3-CE45-C7D3-DCE7-2B15AC485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438" y="3317094"/>
            <a:ext cx="10542758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Helps reduce the spread of fake news.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Saves time in verifying information.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Improves awareness and trust in news sources.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9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F9DD-4507-4398-35E6-4F9AA894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6E8075A4-DCC8-C09B-52A6-1075986C1F6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32C007A-CC6A-AAB3-64EB-4A1A87C1730E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19247E0-E094-16A5-0198-B1A1181DADC5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22515DD-508C-A0DF-E32A-A8803CFE13D0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DFB5C4E-87EA-DC8C-6F70-1A67323377B8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E3D32B-27FA-E805-4E19-CADF7105030D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D4057-713D-9025-A29B-6A847C11F9A4}"/>
              </a:ext>
            </a:extLst>
          </p:cNvPr>
          <p:cNvSpPr txBox="1"/>
          <p:nvPr/>
        </p:nvSpPr>
        <p:spPr>
          <a:xfrm>
            <a:off x="3200400" y="1671484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4B52C-27D1-8D29-2E3E-3C17FC920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794567"/>
            <a:ext cx="11658600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AI-based fake news detection helps identify misinformation efficiently..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The system improves accuracy using machine learning models.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chemeClr val="bg1"/>
                </a:solidFill>
              </a:rPr>
              <a:t>It can support journalists, researchers, and the public in verifying news.</a:t>
            </a:r>
          </a:p>
          <a:p>
            <a:pPr marL="571500" lvl="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70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FC14-B938-A782-97F7-3D5584DD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2">
            <a:extLst>
              <a:ext uri="{FF2B5EF4-FFF2-40B4-BE49-F238E27FC236}">
                <a16:creationId xmlns:a16="http://schemas.microsoft.com/office/drawing/2014/main" id="{E8F7FB86-6917-990D-09F8-B2170E223D4E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22996F8-A9C4-B416-9BFD-6A2913E817EF}"/>
              </a:ext>
            </a:extLst>
          </p:cNvPr>
          <p:cNvGrpSpPr/>
          <p:nvPr/>
        </p:nvGrpSpPr>
        <p:grpSpPr>
          <a:xfrm>
            <a:off x="2114550" y="1028700"/>
            <a:ext cx="14058900" cy="7391400"/>
            <a:chOff x="0" y="0"/>
            <a:chExt cx="1281293" cy="83808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B6A4AC4-9236-9370-EBD9-A4434218DD03}"/>
                </a:ext>
              </a:extLst>
            </p:cNvPr>
            <p:cNvSpPr/>
            <p:nvPr/>
          </p:nvSpPr>
          <p:spPr>
            <a:xfrm>
              <a:off x="0" y="0"/>
              <a:ext cx="1281293" cy="838081"/>
            </a:xfrm>
            <a:custGeom>
              <a:avLst/>
              <a:gdLst/>
              <a:ahLst/>
              <a:cxnLst/>
              <a:rect l="l" t="t" r="r" b="b"/>
              <a:pathLst>
                <a:path w="1281293" h="838081">
                  <a:moveTo>
                    <a:pt x="0" y="0"/>
                  </a:moveTo>
                  <a:lnTo>
                    <a:pt x="1281293" y="0"/>
                  </a:lnTo>
                  <a:lnTo>
                    <a:pt x="1281293" y="838081"/>
                  </a:lnTo>
                  <a:lnTo>
                    <a:pt x="0" y="838081"/>
                  </a:lnTo>
                  <a:close/>
                </a:path>
              </a:pathLst>
            </a:custGeom>
            <a:solidFill>
              <a:srgbClr val="03133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01A850A-D8F7-D324-55E6-6683895A0FFD}"/>
                </a:ext>
              </a:extLst>
            </p:cNvPr>
            <p:cNvSpPr txBox="1"/>
            <p:nvPr/>
          </p:nvSpPr>
          <p:spPr>
            <a:xfrm>
              <a:off x="0" y="-38100"/>
              <a:ext cx="1281293" cy="87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0B9F6582-C8D6-1A71-16A1-7406889DE8CE}"/>
              </a:ext>
            </a:extLst>
          </p:cNvPr>
          <p:cNvSpPr txBox="1"/>
          <p:nvPr/>
        </p:nvSpPr>
        <p:spPr>
          <a:xfrm>
            <a:off x="1080807" y="5931549"/>
            <a:ext cx="4864911" cy="33267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3C54CE-F8A2-36D0-27A2-C39EC2B3744F}"/>
              </a:ext>
            </a:extLst>
          </p:cNvPr>
          <p:cNvSpPr txBox="1"/>
          <p:nvPr/>
        </p:nvSpPr>
        <p:spPr>
          <a:xfrm>
            <a:off x="762000" y="9365720"/>
            <a:ext cx="1714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FFC000"/>
                </a:solidFill>
              </a:rPr>
              <a:t>Batch: 11                                                                                                                                                                                        Page no: 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7DD018-3CF1-7957-0882-85A84A885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696497" y="1371335"/>
            <a:ext cx="12954000" cy="66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7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301</Words>
  <Application>Microsoft Office PowerPoint</Application>
  <PresentationFormat>Custom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Wingdings</vt:lpstr>
      <vt:lpstr>Work Sans</vt:lpstr>
      <vt:lpstr>Montserrat Bold</vt:lpstr>
      <vt:lpstr>Arial</vt:lpstr>
      <vt:lpstr>Calibri</vt:lpstr>
      <vt:lpstr>Work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Technology Presentation</dc:title>
  <dc:creator>THAMIZHARASI P</dc:creator>
  <cp:lastModifiedBy>THAMIZHARASI P</cp:lastModifiedBy>
  <cp:revision>2</cp:revision>
  <dcterms:created xsi:type="dcterms:W3CDTF">2006-08-16T00:00:00Z</dcterms:created>
  <dcterms:modified xsi:type="dcterms:W3CDTF">2026-03-06T02:56:14Z</dcterms:modified>
  <dc:identifier>DAHAjjq7ceY</dc:identifier>
</cp:coreProperties>
</file>